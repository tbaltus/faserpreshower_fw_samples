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31E6-208B-4142-BB28-3594E63AEEB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A8CB-A6D1-4461-AF53-ADEBACEC07E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25339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31E6-208B-4142-BB28-3594E63AEEB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A8CB-A6D1-4461-AF53-ADEBACEC07E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61964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31E6-208B-4142-BB28-3594E63AEEB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A8CB-A6D1-4461-AF53-ADEBACEC07E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828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31E6-208B-4142-BB28-3594E63AEEB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A8CB-A6D1-4461-AF53-ADEBACEC07E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989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31E6-208B-4142-BB28-3594E63AEEB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A8CB-A6D1-4461-AF53-ADEBACEC07E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1546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31E6-208B-4142-BB28-3594E63AEEB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A8CB-A6D1-4461-AF53-ADEBACEC07E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065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31E6-208B-4142-BB28-3594E63AEEB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A8CB-A6D1-4461-AF53-ADEBACEC07E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33733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31E6-208B-4142-BB28-3594E63AEEB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A8CB-A6D1-4461-AF53-ADEBACEC07E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24104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31E6-208B-4142-BB28-3594E63AEEB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A8CB-A6D1-4461-AF53-ADEBACEC07E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5947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31E6-208B-4142-BB28-3594E63AEEB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A8CB-A6D1-4461-AF53-ADEBACEC07E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44850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31E6-208B-4142-BB28-3594E63AEEB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A8CB-A6D1-4461-AF53-ADEBACEC07E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1567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D31E6-208B-4142-BB28-3594E63AEEB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A8CB-A6D1-4461-AF53-ADEBACEC07E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423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file:///J:\vhdl_db\trunk\projets\FPS_FaserPreShower\ModulePrototype\doc\FPS_SC_FEEDER_PRE_PROD_ASIC\FPS_SC_FEEDER_PRE_PROD_ASIC_SM.VSDX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4800" dirty="0"/>
              <a:t>FPS_SC_FEEDER_PRE_PROD_ASIC</a:t>
            </a:r>
            <a:endParaRPr lang="fr-CH" sz="48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/>
            <a:r>
              <a:rPr lang="fr-FR" sz="1200" b="1" dirty="0" smtClean="0">
                <a:solidFill>
                  <a:srgbClr val="0070C0"/>
                </a:solidFill>
              </a:rPr>
              <a:t>Important point : FPS_SC_FEEDER </a:t>
            </a:r>
            <a:r>
              <a:rPr lang="fr-FR" sz="1200" b="1" dirty="0" err="1" smtClean="0">
                <a:solidFill>
                  <a:srgbClr val="0070C0"/>
                </a:solidFill>
              </a:rPr>
              <a:t>works</a:t>
            </a:r>
            <a:r>
              <a:rPr lang="fr-FR" sz="1200" b="1" dirty="0" smtClean="0">
                <a:solidFill>
                  <a:srgbClr val="0070C0"/>
                </a:solidFill>
              </a:rPr>
              <a:t> </a:t>
            </a:r>
            <a:r>
              <a:rPr lang="fr-FR" sz="1200" b="1" dirty="0" err="1" smtClean="0">
                <a:solidFill>
                  <a:srgbClr val="0070C0"/>
                </a:solidFill>
              </a:rPr>
              <a:t>similarily</a:t>
            </a:r>
            <a:r>
              <a:rPr lang="fr-FR" sz="1200" b="1" dirty="0" smtClean="0">
                <a:solidFill>
                  <a:srgbClr val="0070C0"/>
                </a:solidFill>
              </a:rPr>
              <a:t> to FPS_SC_FEEDER_PRE_PROD_ASIC </a:t>
            </a:r>
            <a:r>
              <a:rPr lang="fr-FR" sz="1200" b="1" dirty="0" err="1" smtClean="0">
                <a:solidFill>
                  <a:srgbClr val="0070C0"/>
                </a:solidFill>
              </a:rPr>
              <a:t>except</a:t>
            </a:r>
            <a:r>
              <a:rPr lang="fr-FR" sz="1200" b="1" dirty="0" smtClean="0">
                <a:solidFill>
                  <a:srgbClr val="0070C0"/>
                </a:solidFill>
              </a:rPr>
              <a:t> :</a:t>
            </a:r>
          </a:p>
          <a:p>
            <a:pPr algn="l"/>
            <a:r>
              <a:rPr lang="fr-FR" sz="1200" b="1" dirty="0" smtClean="0">
                <a:solidFill>
                  <a:srgbClr val="0070C0"/>
                </a:solidFill>
              </a:rPr>
              <a:t>- The </a:t>
            </a:r>
            <a:r>
              <a:rPr lang="fr-FR" sz="1200" b="1" dirty="0" err="1" smtClean="0">
                <a:solidFill>
                  <a:srgbClr val="0070C0"/>
                </a:solidFill>
              </a:rPr>
              <a:t>length</a:t>
            </a:r>
            <a:r>
              <a:rPr lang="fr-FR" sz="1200" b="1" dirty="0" smtClean="0">
                <a:solidFill>
                  <a:srgbClr val="0070C0"/>
                </a:solidFill>
              </a:rPr>
              <a:t> of spi </a:t>
            </a:r>
            <a:r>
              <a:rPr lang="fr-FR" sz="1200" b="1" dirty="0" err="1" smtClean="0">
                <a:solidFill>
                  <a:srgbClr val="0070C0"/>
                </a:solidFill>
              </a:rPr>
              <a:t>commands</a:t>
            </a:r>
            <a:r>
              <a:rPr lang="fr-FR" sz="1200" b="1" dirty="0" smtClean="0">
                <a:solidFill>
                  <a:srgbClr val="0070C0"/>
                </a:solidFill>
              </a:rPr>
              <a:t> </a:t>
            </a:r>
            <a:r>
              <a:rPr lang="fr-FR" sz="1200" b="1" dirty="0" err="1" smtClean="0">
                <a:solidFill>
                  <a:srgbClr val="0070C0"/>
                </a:solidFill>
              </a:rPr>
              <a:t>is</a:t>
            </a:r>
            <a:r>
              <a:rPr lang="fr-FR" sz="1200" b="1" dirty="0" smtClean="0">
                <a:solidFill>
                  <a:srgbClr val="0070C0"/>
                </a:solidFill>
              </a:rPr>
              <a:t> 20 bits </a:t>
            </a:r>
            <a:r>
              <a:rPr lang="fr-FR" sz="1200" b="1" dirty="0" err="1" smtClean="0">
                <a:solidFill>
                  <a:srgbClr val="0070C0"/>
                </a:solidFill>
              </a:rPr>
              <a:t>instead</a:t>
            </a:r>
            <a:r>
              <a:rPr lang="fr-FR" sz="1200" b="1" dirty="0" smtClean="0">
                <a:solidFill>
                  <a:srgbClr val="0070C0"/>
                </a:solidFill>
              </a:rPr>
              <a:t> of 19</a:t>
            </a:r>
          </a:p>
          <a:p>
            <a:pPr algn="l"/>
            <a:r>
              <a:rPr lang="fr-FR" sz="1200" b="1" dirty="0" smtClean="0">
                <a:solidFill>
                  <a:srgbClr val="0070C0"/>
                </a:solidFill>
              </a:rPr>
              <a:t>- The command </a:t>
            </a:r>
            <a:r>
              <a:rPr lang="fr-FR" sz="1200" b="1" dirty="0" err="1" smtClean="0">
                <a:solidFill>
                  <a:srgbClr val="0070C0"/>
                </a:solidFill>
              </a:rPr>
              <a:t>is</a:t>
            </a:r>
            <a:r>
              <a:rPr lang="fr-FR" sz="1200" b="1" dirty="0" smtClean="0">
                <a:solidFill>
                  <a:srgbClr val="0070C0"/>
                </a:solidFill>
              </a:rPr>
              <a:t> </a:t>
            </a:r>
            <a:r>
              <a:rPr lang="fr-FR" sz="1200" b="1" dirty="0" err="1" smtClean="0">
                <a:solidFill>
                  <a:srgbClr val="0070C0"/>
                </a:solidFill>
              </a:rPr>
              <a:t>constructed</a:t>
            </a:r>
            <a:r>
              <a:rPr lang="fr-FR" sz="1200" b="1" dirty="0" smtClean="0">
                <a:solidFill>
                  <a:srgbClr val="0070C0"/>
                </a:solidFill>
              </a:rPr>
              <a:t> in a </a:t>
            </a:r>
            <a:r>
              <a:rPr lang="fr-FR" sz="1200" b="1" dirty="0" err="1" smtClean="0">
                <a:solidFill>
                  <a:srgbClr val="0070C0"/>
                </a:solidFill>
              </a:rPr>
              <a:t>slightly</a:t>
            </a:r>
            <a:r>
              <a:rPr lang="fr-FR" sz="1200" b="1" dirty="0" smtClean="0">
                <a:solidFill>
                  <a:srgbClr val="0070C0"/>
                </a:solidFill>
              </a:rPr>
              <a:t> </a:t>
            </a:r>
            <a:r>
              <a:rPr lang="fr-FR" sz="1200" b="1" dirty="0" err="1" smtClean="0">
                <a:solidFill>
                  <a:srgbClr val="0070C0"/>
                </a:solidFill>
              </a:rPr>
              <a:t>different</a:t>
            </a:r>
            <a:r>
              <a:rPr lang="fr-FR" sz="1200" b="1" dirty="0" smtClean="0">
                <a:solidFill>
                  <a:srgbClr val="0070C0"/>
                </a:solidFill>
              </a:rPr>
              <a:t> </a:t>
            </a:r>
            <a:r>
              <a:rPr lang="fr-FR" sz="1200" b="1" dirty="0" err="1" smtClean="0">
                <a:solidFill>
                  <a:srgbClr val="0070C0"/>
                </a:solidFill>
              </a:rPr>
              <a:t>way</a:t>
            </a:r>
            <a:r>
              <a:rPr lang="fr-FR" sz="1200" b="1" dirty="0" smtClean="0">
                <a:solidFill>
                  <a:srgbClr val="0070C0"/>
                </a:solidFill>
              </a:rPr>
              <a:t>. </a:t>
            </a:r>
            <a:r>
              <a:rPr lang="fr-FR" sz="1200" b="1" dirty="0" err="1" smtClean="0">
                <a:solidFill>
                  <a:srgbClr val="0070C0"/>
                </a:solidFill>
              </a:rPr>
              <a:t>Please</a:t>
            </a:r>
            <a:r>
              <a:rPr lang="fr-FR" sz="1200" b="1" dirty="0" smtClean="0">
                <a:solidFill>
                  <a:srgbClr val="0070C0"/>
                </a:solidFill>
              </a:rPr>
              <a:t> </a:t>
            </a:r>
            <a:r>
              <a:rPr lang="fr-FR" sz="1200" b="1" dirty="0" err="1" smtClean="0">
                <a:solidFill>
                  <a:srgbClr val="0070C0"/>
                </a:solidFill>
              </a:rPr>
              <a:t>refer</a:t>
            </a:r>
            <a:r>
              <a:rPr lang="fr-FR" sz="1200" b="1" dirty="0" smtClean="0">
                <a:solidFill>
                  <a:srgbClr val="0070C0"/>
                </a:solidFill>
              </a:rPr>
              <a:t> to the FASER production chip </a:t>
            </a:r>
            <a:r>
              <a:rPr lang="fr-FR" sz="1200" b="1" dirty="0" err="1" smtClean="0">
                <a:solidFill>
                  <a:srgbClr val="0070C0"/>
                </a:solidFill>
              </a:rPr>
              <a:t>specification</a:t>
            </a:r>
            <a:r>
              <a:rPr lang="fr-FR" sz="1200" b="1" dirty="0" smtClean="0">
                <a:solidFill>
                  <a:srgbClr val="0070C0"/>
                </a:solidFill>
              </a:rPr>
              <a:t> document for </a:t>
            </a:r>
            <a:r>
              <a:rPr lang="fr-FR" sz="1200" b="1" dirty="0" err="1" smtClean="0">
                <a:solidFill>
                  <a:srgbClr val="0070C0"/>
                </a:solidFill>
              </a:rPr>
              <a:t>details</a:t>
            </a:r>
            <a:endParaRPr lang="fr-CH" sz="1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11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Interfaces</a:t>
            </a:r>
            <a:endParaRPr lang="fr-CH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15" y="1529543"/>
            <a:ext cx="11911170" cy="4064923"/>
          </a:xfrm>
        </p:spPr>
      </p:pic>
      <p:sp>
        <p:nvSpPr>
          <p:cNvPr id="3" name="ZoneTexte 2"/>
          <p:cNvSpPr txBox="1"/>
          <p:nvPr/>
        </p:nvSpPr>
        <p:spPr>
          <a:xfrm>
            <a:off x="10316095" y="99753"/>
            <a:ext cx="1645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dirty="0">
                <a:solidFill>
                  <a:srgbClr val="0070C0"/>
                </a:solidFill>
              </a:rPr>
              <a:t>FPS_SC_FEEDER_PRE_PROD_ASIC</a:t>
            </a:r>
            <a:endParaRPr lang="fr-CH" sz="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04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63875"/>
              </p:ext>
            </p:extLst>
          </p:nvPr>
        </p:nvGraphicFramePr>
        <p:xfrm>
          <a:off x="363629" y="340821"/>
          <a:ext cx="11729456" cy="6080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Visio" r:id="rId3" imgW="20707430" imgH="10734624" progId="Visio.Drawing.15">
                  <p:link updateAutomatic="1"/>
                </p:oleObj>
              </mc:Choice>
              <mc:Fallback>
                <p:oleObj name="Visio" r:id="rId3" imgW="20707430" imgH="10734624" progId="Visio.Drawing.15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629" y="340821"/>
                        <a:ext cx="11729456" cy="6080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10316095" y="99753"/>
            <a:ext cx="1645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dirty="0">
                <a:solidFill>
                  <a:srgbClr val="0070C0"/>
                </a:solidFill>
              </a:rPr>
              <a:t>FPS_SC_FEEDER_PRE_PROD_ASIC</a:t>
            </a:r>
            <a:endParaRPr lang="fr-CH" sz="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40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Timing </a:t>
            </a:r>
            <a:r>
              <a:rPr lang="fr-CH" dirty="0" err="1" smtClean="0"/>
              <a:t>examples</a:t>
            </a:r>
            <a:r>
              <a:rPr lang="fr-CH" dirty="0" smtClean="0"/>
              <a:t> </a:t>
            </a:r>
            <a:r>
              <a:rPr lang="fr-CH" dirty="0" err="1" smtClean="0"/>
              <a:t>x_sel</a:t>
            </a:r>
            <a:r>
              <a:rPr lang="fr-CH" dirty="0" smtClean="0"/>
              <a:t> = 00</a:t>
            </a:r>
            <a:endParaRPr lang="fr-CH" dirty="0"/>
          </a:p>
        </p:txBody>
      </p:sp>
      <p:sp>
        <p:nvSpPr>
          <p:cNvPr id="5" name="ZoneTexte 4"/>
          <p:cNvSpPr txBox="1"/>
          <p:nvPr/>
        </p:nvSpPr>
        <p:spPr>
          <a:xfrm>
            <a:off x="8977745" y="5487739"/>
            <a:ext cx="29858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 err="1"/>
              <a:t>FPS_SC_FEEDER_PRE_PROD_ASIC_tb.vhd</a:t>
            </a:r>
            <a:endParaRPr lang="fr-CH" sz="1200" dirty="0"/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39" y="2146701"/>
            <a:ext cx="11449168" cy="3341038"/>
          </a:xfrm>
        </p:spPr>
      </p:pic>
      <p:sp>
        <p:nvSpPr>
          <p:cNvPr id="6" name="ZoneTexte 5"/>
          <p:cNvSpPr txBox="1"/>
          <p:nvPr/>
        </p:nvSpPr>
        <p:spPr>
          <a:xfrm>
            <a:off x="10316095" y="99753"/>
            <a:ext cx="1645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dirty="0">
                <a:solidFill>
                  <a:srgbClr val="0070C0"/>
                </a:solidFill>
              </a:rPr>
              <a:t>FPS_SC_FEEDER_PRE_PROD_ASIC</a:t>
            </a:r>
            <a:endParaRPr lang="fr-CH" sz="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77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Timing </a:t>
            </a:r>
            <a:r>
              <a:rPr lang="fr-CH" dirty="0" err="1" smtClean="0"/>
              <a:t>examples</a:t>
            </a:r>
            <a:r>
              <a:rPr lang="fr-CH" dirty="0" smtClean="0"/>
              <a:t> </a:t>
            </a:r>
            <a:r>
              <a:rPr lang="fr-CH" dirty="0" err="1" smtClean="0"/>
              <a:t>x_sel</a:t>
            </a:r>
            <a:r>
              <a:rPr lang="fr-CH" dirty="0" smtClean="0"/>
              <a:t> = 01</a:t>
            </a:r>
            <a:endParaRPr lang="fr-CH" dirty="0"/>
          </a:p>
        </p:txBody>
      </p:sp>
      <p:sp>
        <p:nvSpPr>
          <p:cNvPr id="6" name="ZoneTexte 5"/>
          <p:cNvSpPr txBox="1"/>
          <p:nvPr/>
        </p:nvSpPr>
        <p:spPr>
          <a:xfrm>
            <a:off x="8977745" y="5487739"/>
            <a:ext cx="29858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 err="1"/>
              <a:t>FPS_SC_FEEDER_PRE_PROD_ASIC_tb.vhd</a:t>
            </a:r>
            <a:endParaRPr lang="fr-CH" sz="1200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9" y="2222607"/>
            <a:ext cx="11197016" cy="3265132"/>
          </a:xfrm>
        </p:spPr>
      </p:pic>
      <p:sp>
        <p:nvSpPr>
          <p:cNvPr id="5" name="ZoneTexte 4"/>
          <p:cNvSpPr txBox="1"/>
          <p:nvPr/>
        </p:nvSpPr>
        <p:spPr>
          <a:xfrm>
            <a:off x="10316095" y="99753"/>
            <a:ext cx="1645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dirty="0">
                <a:solidFill>
                  <a:srgbClr val="0070C0"/>
                </a:solidFill>
              </a:rPr>
              <a:t>FPS_SC_FEEDER_PRE_PROD_ASIC</a:t>
            </a:r>
            <a:endParaRPr lang="fr-CH" sz="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73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Timing </a:t>
            </a:r>
            <a:r>
              <a:rPr lang="fr-CH" dirty="0" err="1" smtClean="0"/>
              <a:t>examples</a:t>
            </a:r>
            <a:r>
              <a:rPr lang="fr-CH" dirty="0" smtClean="0"/>
              <a:t> </a:t>
            </a:r>
            <a:r>
              <a:rPr lang="fr-CH" dirty="0" err="1" smtClean="0"/>
              <a:t>x_sel</a:t>
            </a:r>
            <a:r>
              <a:rPr lang="fr-CH" dirty="0" smtClean="0"/>
              <a:t> = 10</a:t>
            </a:r>
            <a:endParaRPr lang="fr-CH" dirty="0"/>
          </a:p>
        </p:txBody>
      </p:sp>
      <p:sp>
        <p:nvSpPr>
          <p:cNvPr id="6" name="ZoneTexte 5"/>
          <p:cNvSpPr txBox="1"/>
          <p:nvPr/>
        </p:nvSpPr>
        <p:spPr>
          <a:xfrm>
            <a:off x="8974211" y="5584764"/>
            <a:ext cx="29858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 err="1"/>
              <a:t>FPS_SC_FEEDER_PRE_PROD_ASIC_tb.vhd</a:t>
            </a:r>
            <a:endParaRPr lang="fr-CH" sz="1200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74" y="2335877"/>
            <a:ext cx="11199485" cy="3248888"/>
          </a:xfrm>
        </p:spPr>
      </p:pic>
      <p:sp>
        <p:nvSpPr>
          <p:cNvPr id="5" name="ZoneTexte 4"/>
          <p:cNvSpPr txBox="1"/>
          <p:nvPr/>
        </p:nvSpPr>
        <p:spPr>
          <a:xfrm>
            <a:off x="10316095" y="99753"/>
            <a:ext cx="1645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dirty="0">
                <a:solidFill>
                  <a:srgbClr val="0070C0"/>
                </a:solidFill>
              </a:rPr>
              <a:t>FPS_SC_FEEDER_PRE_PROD_ASIC</a:t>
            </a:r>
            <a:endParaRPr lang="fr-CH" sz="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19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69</Words>
  <Application>Microsoft Office PowerPoint</Application>
  <PresentationFormat>Grand écran</PresentationFormat>
  <Paragraphs>16</Paragraphs>
  <Slides>6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Liens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file:///J:\vhdl_db\trunk\projets\FPS_FaserPreShower\ModulePrototype\doc\FPS_SC_FEEDER_PRE_PROD_ASIC\FPS_SC_FEEDER_PRE_PROD_ASIC_SM.VSDX</vt:lpstr>
      <vt:lpstr>FPS_SC_FEEDER_PRE_PROD_ASIC</vt:lpstr>
      <vt:lpstr>Interfaces</vt:lpstr>
      <vt:lpstr>Présentation PowerPoint</vt:lpstr>
      <vt:lpstr>Timing examples x_sel = 00</vt:lpstr>
      <vt:lpstr>Timing examples x_sel = 01</vt:lpstr>
      <vt:lpstr>Timing examples x_sel =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Terry Baltus</dc:creator>
  <cp:lastModifiedBy>Terry Baltus</cp:lastModifiedBy>
  <cp:revision>21</cp:revision>
  <dcterms:created xsi:type="dcterms:W3CDTF">2022-07-08T09:02:06Z</dcterms:created>
  <dcterms:modified xsi:type="dcterms:W3CDTF">2024-02-15T16:23:33Z</dcterms:modified>
</cp:coreProperties>
</file>